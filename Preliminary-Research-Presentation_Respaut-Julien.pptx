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BE780-D5D6-493C-8751-545FE342B98A}" v="9" dt="2021-02-15T11:39:36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Respaut" userId="3615d0dd653f7063" providerId="LiveId" clId="{08A1CE03-9609-4ED4-B1BA-EF1A246BEDDD}"/>
    <pc:docChg chg="undo redo custSel addSld modSld modMainMaster">
      <pc:chgData name="Julien Respaut" userId="3615d0dd653f7063" providerId="LiveId" clId="{08A1CE03-9609-4ED4-B1BA-EF1A246BEDDD}" dt="2021-02-06T16:45:34.728" v="77" actId="1076"/>
      <pc:docMkLst>
        <pc:docMk/>
      </pc:docMkLst>
      <pc:sldChg chg="modSp mod">
        <pc:chgData name="Julien Respaut" userId="3615d0dd653f7063" providerId="LiveId" clId="{08A1CE03-9609-4ED4-B1BA-EF1A246BEDDD}" dt="2021-02-06T16:32:47.102" v="10" actId="1076"/>
        <pc:sldMkLst>
          <pc:docMk/>
          <pc:sldMk cId="904026892" sldId="256"/>
        </pc:sldMkLst>
        <pc:spChg chg="mod">
          <ac:chgData name="Julien Respaut" userId="3615d0dd653f7063" providerId="LiveId" clId="{08A1CE03-9609-4ED4-B1BA-EF1A246BEDDD}" dt="2021-02-06T16:32:40.212" v="9" actId="122"/>
          <ac:spMkLst>
            <pc:docMk/>
            <pc:sldMk cId="904026892" sldId="256"/>
            <ac:spMk id="2" creationId="{8D6591A2-7C71-4110-9E46-BD2A5D9BAF8A}"/>
          </ac:spMkLst>
        </pc:spChg>
        <pc:picChg chg="mod">
          <ac:chgData name="Julien Respaut" userId="3615d0dd653f7063" providerId="LiveId" clId="{08A1CE03-9609-4ED4-B1BA-EF1A246BEDDD}" dt="2021-02-06T16:32:47.102" v="10" actId="1076"/>
          <ac:picMkLst>
            <pc:docMk/>
            <pc:sldMk cId="904026892" sldId="256"/>
            <ac:picMk id="5" creationId="{D5E91535-8A2E-446A-AD0A-4F7AEC18C934}"/>
          </ac:picMkLst>
        </pc:picChg>
      </pc:sldChg>
      <pc:sldChg chg="addSp delSp modSp new mod">
        <pc:chgData name="Julien Respaut" userId="3615d0dd653f7063" providerId="LiveId" clId="{08A1CE03-9609-4ED4-B1BA-EF1A246BEDDD}" dt="2021-02-06T16:40:19.068" v="60" actId="1076"/>
        <pc:sldMkLst>
          <pc:docMk/>
          <pc:sldMk cId="159839955" sldId="260"/>
        </pc:sldMkLst>
        <pc:spChg chg="mod">
          <ac:chgData name="Julien Respaut" userId="3615d0dd653f7063" providerId="LiveId" clId="{08A1CE03-9609-4ED4-B1BA-EF1A246BEDDD}" dt="2021-02-06T16:35:27.054" v="31" actId="1076"/>
          <ac:spMkLst>
            <pc:docMk/>
            <pc:sldMk cId="159839955" sldId="260"/>
            <ac:spMk id="2" creationId="{D9D8F101-9879-4DD3-8DE0-3B3EE60C9626}"/>
          </ac:spMkLst>
        </pc:spChg>
        <pc:spChg chg="del">
          <ac:chgData name="Julien Respaut" userId="3615d0dd653f7063" providerId="LiveId" clId="{08A1CE03-9609-4ED4-B1BA-EF1A246BEDDD}" dt="2021-02-06T16:33:42.513" v="12" actId="478"/>
          <ac:spMkLst>
            <pc:docMk/>
            <pc:sldMk cId="159839955" sldId="260"/>
            <ac:spMk id="3" creationId="{C2E951C4-B790-4B73-B7D9-028416768863}"/>
          </ac:spMkLst>
        </pc:spChg>
        <pc:spChg chg="add del mod">
          <ac:chgData name="Julien Respaut" userId="3615d0dd653f7063" providerId="LiveId" clId="{08A1CE03-9609-4ED4-B1BA-EF1A246BEDDD}" dt="2021-02-06T16:34:28.293" v="22" actId="478"/>
          <ac:spMkLst>
            <pc:docMk/>
            <pc:sldMk cId="159839955" sldId="260"/>
            <ac:spMk id="4" creationId="{BF6B71E7-F82E-4F34-8A1E-2A744E1408FE}"/>
          </ac:spMkLst>
        </pc:spChg>
        <pc:spChg chg="add mod">
          <ac:chgData name="Julien Respaut" userId="3615d0dd653f7063" providerId="LiveId" clId="{08A1CE03-9609-4ED4-B1BA-EF1A246BEDDD}" dt="2021-02-06T16:40:19.068" v="60" actId="1076"/>
          <ac:spMkLst>
            <pc:docMk/>
            <pc:sldMk cId="159839955" sldId="260"/>
            <ac:spMk id="7" creationId="{8D2B08E9-D7FF-4BED-8F04-5FB6343A1698}"/>
          </ac:spMkLst>
        </pc:spChg>
        <pc:spChg chg="add mod">
          <ac:chgData name="Julien Respaut" userId="3615d0dd653f7063" providerId="LiveId" clId="{08A1CE03-9609-4ED4-B1BA-EF1A246BEDDD}" dt="2021-02-06T16:40:19.068" v="60" actId="1076"/>
          <ac:spMkLst>
            <pc:docMk/>
            <pc:sldMk cId="159839955" sldId="260"/>
            <ac:spMk id="10" creationId="{EAF6E886-6A40-4767-9FDC-E900079D12C6}"/>
          </ac:spMkLst>
        </pc:spChg>
        <pc:picChg chg="add mod">
          <ac:chgData name="Julien Respaut" userId="3615d0dd653f7063" providerId="LiveId" clId="{08A1CE03-9609-4ED4-B1BA-EF1A246BEDDD}" dt="2021-02-06T16:40:19.068" v="60" actId="1076"/>
          <ac:picMkLst>
            <pc:docMk/>
            <pc:sldMk cId="159839955" sldId="260"/>
            <ac:picMk id="6" creationId="{B4DCC0F9-B196-4E52-97EF-5A9B068AF142}"/>
          </ac:picMkLst>
        </pc:picChg>
        <pc:picChg chg="add mod">
          <ac:chgData name="Julien Respaut" userId="3615d0dd653f7063" providerId="LiveId" clId="{08A1CE03-9609-4ED4-B1BA-EF1A246BEDDD}" dt="2021-02-06T16:40:19.068" v="60" actId="1076"/>
          <ac:picMkLst>
            <pc:docMk/>
            <pc:sldMk cId="159839955" sldId="260"/>
            <ac:picMk id="9" creationId="{93331424-4130-4F62-A271-64D012462A92}"/>
          </ac:picMkLst>
        </pc:picChg>
      </pc:sldChg>
      <pc:sldChg chg="addSp delSp modSp add mod">
        <pc:chgData name="Julien Respaut" userId="3615d0dd653f7063" providerId="LiveId" clId="{08A1CE03-9609-4ED4-B1BA-EF1A246BEDDD}" dt="2021-02-06T16:45:34.728" v="77" actId="1076"/>
        <pc:sldMkLst>
          <pc:docMk/>
          <pc:sldMk cId="1645644413" sldId="261"/>
        </pc:sldMkLst>
        <pc:spChg chg="mod">
          <ac:chgData name="Julien Respaut" userId="3615d0dd653f7063" providerId="LiveId" clId="{08A1CE03-9609-4ED4-B1BA-EF1A246BEDDD}" dt="2021-02-06T16:45:34.728" v="77" actId="1076"/>
          <ac:spMkLst>
            <pc:docMk/>
            <pc:sldMk cId="1645644413" sldId="261"/>
            <ac:spMk id="7" creationId="{8D2B08E9-D7FF-4BED-8F04-5FB6343A1698}"/>
          </ac:spMkLst>
        </pc:spChg>
        <pc:spChg chg="del">
          <ac:chgData name="Julien Respaut" userId="3615d0dd653f7063" providerId="LiveId" clId="{08A1CE03-9609-4ED4-B1BA-EF1A246BEDDD}" dt="2021-02-06T16:44:07.057" v="69" actId="478"/>
          <ac:spMkLst>
            <pc:docMk/>
            <pc:sldMk cId="1645644413" sldId="261"/>
            <ac:spMk id="10" creationId="{EAF6E886-6A40-4767-9FDC-E900079D12C6}"/>
          </ac:spMkLst>
        </pc:spChg>
        <pc:picChg chg="add mod">
          <ac:chgData name="Julien Respaut" userId="3615d0dd653f7063" providerId="LiveId" clId="{08A1CE03-9609-4ED4-B1BA-EF1A246BEDDD}" dt="2021-02-06T16:45:19.607" v="74" actId="1076"/>
          <ac:picMkLst>
            <pc:docMk/>
            <pc:sldMk cId="1645644413" sldId="261"/>
            <ac:picMk id="4" creationId="{58AE4AE2-B193-4A9D-A686-EF8032CB7149}"/>
          </ac:picMkLst>
        </pc:picChg>
        <pc:picChg chg="del">
          <ac:chgData name="Julien Respaut" userId="3615d0dd653f7063" providerId="LiveId" clId="{08A1CE03-9609-4ED4-B1BA-EF1A246BEDDD}" dt="2021-02-06T16:43:56.422" v="62" actId="478"/>
          <ac:picMkLst>
            <pc:docMk/>
            <pc:sldMk cId="1645644413" sldId="261"/>
            <ac:picMk id="6" creationId="{B4DCC0F9-B196-4E52-97EF-5A9B068AF142}"/>
          </ac:picMkLst>
        </pc:picChg>
        <pc:picChg chg="del">
          <ac:chgData name="Julien Respaut" userId="3615d0dd653f7063" providerId="LiveId" clId="{08A1CE03-9609-4ED4-B1BA-EF1A246BEDDD}" dt="2021-02-06T16:43:56.803" v="63" actId="478"/>
          <ac:picMkLst>
            <pc:docMk/>
            <pc:sldMk cId="1645644413" sldId="261"/>
            <ac:picMk id="9" creationId="{93331424-4130-4F62-A271-64D012462A92}"/>
          </ac:picMkLst>
        </pc:picChg>
      </pc:sldChg>
      <pc:sldMasterChg chg="setBg">
        <pc:chgData name="Julien Respaut" userId="3615d0dd653f7063" providerId="LiveId" clId="{08A1CE03-9609-4ED4-B1BA-EF1A246BEDDD}" dt="2021-02-06T16:35:17.918" v="28"/>
        <pc:sldMasterMkLst>
          <pc:docMk/>
          <pc:sldMasterMk cId="4092502375" sldId="2147483660"/>
        </pc:sldMasterMkLst>
      </pc:sldMasterChg>
    </pc:docChg>
  </pc:docChgLst>
  <pc:docChgLst>
    <pc:chgData name="Julien Respaut" userId="3615d0dd653f7063" providerId="LiveId" clId="{126BE780-D5D6-493C-8751-545FE342B98A}"/>
    <pc:docChg chg="undo custSel modSld">
      <pc:chgData name="Julien Respaut" userId="3615d0dd653f7063" providerId="LiveId" clId="{126BE780-D5D6-493C-8751-545FE342B98A}" dt="2021-02-15T11:40:33.719" v="390"/>
      <pc:docMkLst>
        <pc:docMk/>
      </pc:docMkLst>
      <pc:sldChg chg="modSp mod">
        <pc:chgData name="Julien Respaut" userId="3615d0dd653f7063" providerId="LiveId" clId="{126BE780-D5D6-493C-8751-545FE342B98A}" dt="2021-02-15T11:25:17.046" v="302" actId="20577"/>
        <pc:sldMkLst>
          <pc:docMk/>
          <pc:sldMk cId="1250608135" sldId="257"/>
        </pc:sldMkLst>
        <pc:spChg chg="mod">
          <ac:chgData name="Julien Respaut" userId="3615d0dd653f7063" providerId="LiveId" clId="{126BE780-D5D6-493C-8751-545FE342B98A}" dt="2021-02-15T11:25:17.046" v="302" actId="20577"/>
          <ac:spMkLst>
            <pc:docMk/>
            <pc:sldMk cId="1250608135" sldId="257"/>
            <ac:spMk id="4" creationId="{EE019D3F-3A70-4C46-BD36-DCAD72C2E1F1}"/>
          </ac:spMkLst>
        </pc:spChg>
      </pc:sldChg>
      <pc:sldChg chg="modSp mod">
        <pc:chgData name="Julien Respaut" userId="3615d0dd653f7063" providerId="LiveId" clId="{126BE780-D5D6-493C-8751-545FE342B98A}" dt="2021-02-15T11:36:23.884" v="374" actId="20577"/>
        <pc:sldMkLst>
          <pc:docMk/>
          <pc:sldMk cId="2004620512" sldId="258"/>
        </pc:sldMkLst>
        <pc:graphicFrameChg chg="mod modGraphic">
          <ac:chgData name="Julien Respaut" userId="3615d0dd653f7063" providerId="LiveId" clId="{126BE780-D5D6-493C-8751-545FE342B98A}" dt="2021-02-15T11:36:23.884" v="374" actId="20577"/>
          <ac:graphicFrameMkLst>
            <pc:docMk/>
            <pc:sldMk cId="2004620512" sldId="258"/>
            <ac:graphicFrameMk id="4" creationId="{040A4A48-D3A1-419C-B4B7-38F72405A777}"/>
          </ac:graphicFrameMkLst>
        </pc:graphicFrameChg>
      </pc:sldChg>
      <pc:sldChg chg="modSp mod">
        <pc:chgData name="Julien Respaut" userId="3615d0dd653f7063" providerId="LiveId" clId="{126BE780-D5D6-493C-8751-545FE342B98A}" dt="2021-02-15T11:25:49.699" v="306" actId="20577"/>
        <pc:sldMkLst>
          <pc:docMk/>
          <pc:sldMk cId="3742834256" sldId="259"/>
        </pc:sldMkLst>
        <pc:spChg chg="mod">
          <ac:chgData name="Julien Respaut" userId="3615d0dd653f7063" providerId="LiveId" clId="{126BE780-D5D6-493C-8751-545FE342B98A}" dt="2021-02-15T11:25:49.699" v="306" actId="20577"/>
          <ac:spMkLst>
            <pc:docMk/>
            <pc:sldMk cId="3742834256" sldId="259"/>
            <ac:spMk id="11" creationId="{49C60ADF-80E1-4638-9D33-4588EFDFB77F}"/>
          </ac:spMkLst>
        </pc:spChg>
        <pc:spChg chg="mod">
          <ac:chgData name="Julien Respaut" userId="3615d0dd653f7063" providerId="LiveId" clId="{126BE780-D5D6-493C-8751-545FE342B98A}" dt="2021-02-06T22:41:52.705" v="236" actId="20577"/>
          <ac:spMkLst>
            <pc:docMk/>
            <pc:sldMk cId="3742834256" sldId="259"/>
            <ac:spMk id="12" creationId="{CC1B4267-631C-4D89-9ECC-F9ADE2235B19}"/>
          </ac:spMkLst>
        </pc:spChg>
        <pc:spChg chg="mod">
          <ac:chgData name="Julien Respaut" userId="3615d0dd653f7063" providerId="LiveId" clId="{126BE780-D5D6-493C-8751-545FE342B98A}" dt="2021-02-06T22:37:23.611" v="191" actId="20577"/>
          <ac:spMkLst>
            <pc:docMk/>
            <pc:sldMk cId="3742834256" sldId="259"/>
            <ac:spMk id="13" creationId="{7B8EE369-D1FA-4B1C-B1E1-E8BA1ED179F5}"/>
          </ac:spMkLst>
        </pc:spChg>
        <pc:spChg chg="mod">
          <ac:chgData name="Julien Respaut" userId="3615d0dd653f7063" providerId="LiveId" clId="{126BE780-D5D6-493C-8751-545FE342B98A}" dt="2021-02-06T22:40:34.585" v="218"/>
          <ac:spMkLst>
            <pc:docMk/>
            <pc:sldMk cId="3742834256" sldId="259"/>
            <ac:spMk id="14" creationId="{9695CD2D-4037-40A4-B4E1-953B02DA2FE3}"/>
          </ac:spMkLst>
        </pc:spChg>
      </pc:sldChg>
      <pc:sldChg chg="addSp modSp mod">
        <pc:chgData name="Julien Respaut" userId="3615d0dd653f7063" providerId="LiveId" clId="{126BE780-D5D6-493C-8751-545FE342B98A}" dt="2021-02-15T11:40:33.719" v="390"/>
        <pc:sldMkLst>
          <pc:docMk/>
          <pc:sldMk cId="1645644413" sldId="261"/>
        </pc:sldMkLst>
        <pc:spChg chg="mod">
          <ac:chgData name="Julien Respaut" userId="3615d0dd653f7063" providerId="LiveId" clId="{126BE780-D5D6-493C-8751-545FE342B98A}" dt="2021-02-15T11:39:31.978" v="385" actId="1076"/>
          <ac:spMkLst>
            <pc:docMk/>
            <pc:sldMk cId="1645644413" sldId="261"/>
            <ac:spMk id="7" creationId="{8D2B08E9-D7FF-4BED-8F04-5FB6343A1698}"/>
          </ac:spMkLst>
        </pc:spChg>
        <pc:spChg chg="add mod">
          <ac:chgData name="Julien Respaut" userId="3615d0dd653f7063" providerId="LiveId" clId="{126BE780-D5D6-493C-8751-545FE342B98A}" dt="2021-02-15T11:40:33.719" v="390"/>
          <ac:spMkLst>
            <pc:docMk/>
            <pc:sldMk cId="1645644413" sldId="261"/>
            <ac:spMk id="8" creationId="{4B917C19-EC98-4CDA-818D-FCB5DEB7464F}"/>
          </ac:spMkLst>
        </pc:spChg>
        <pc:picChg chg="mod">
          <ac:chgData name="Julien Respaut" userId="3615d0dd653f7063" providerId="LiveId" clId="{126BE780-D5D6-493C-8751-545FE342B98A}" dt="2021-02-15T11:39:28.486" v="384" actId="1076"/>
          <ac:picMkLst>
            <pc:docMk/>
            <pc:sldMk cId="1645644413" sldId="261"/>
            <ac:picMk id="4" creationId="{58AE4AE2-B193-4A9D-A686-EF8032CB7149}"/>
          </ac:picMkLst>
        </pc:picChg>
        <pc:picChg chg="add mod">
          <ac:chgData name="Julien Respaut" userId="3615d0dd653f7063" providerId="LiveId" clId="{126BE780-D5D6-493C-8751-545FE342B98A}" dt="2021-02-15T11:39:34.633" v="386" actId="1076"/>
          <ac:picMkLst>
            <pc:docMk/>
            <pc:sldMk cId="1645644413" sldId="261"/>
            <ac:picMk id="5" creationId="{FB308C99-F13A-4C3D-9B86-811B00AC835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84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67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691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123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064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73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149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666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312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084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521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1399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1317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2236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3803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2590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7910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C7E49DB-FBA9-4C25-B273-6F24AEAECD03}" type="datetimeFigureOut">
              <a:rPr lang="fr-FR" smtClean="0"/>
              <a:t>15/02/2021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0352FD8-71E5-4BDE-88C7-740544DC0C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25023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6591A2-7C71-4110-9E46-BD2A5D9BA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976" y="456621"/>
            <a:ext cx="5072064" cy="1770958"/>
          </a:xfrm>
        </p:spPr>
        <p:txBody>
          <a:bodyPr>
            <a:normAutofit/>
          </a:bodyPr>
          <a:lstStyle/>
          <a:p>
            <a:pPr algn="ctr"/>
            <a:r>
              <a:rPr lang="fr-FR" sz="5400" dirty="0">
                <a:latin typeface="Goudy Old Style" panose="02020502050305020303" pitchFamily="18" charset="0"/>
              </a:rPr>
              <a:t>a </a:t>
            </a:r>
            <a:r>
              <a:rPr lang="fr-FR" sz="5400" dirty="0" err="1">
                <a:latin typeface="Goudy Old Style" panose="02020502050305020303" pitchFamily="18" charset="0"/>
              </a:rPr>
              <a:t>chess</a:t>
            </a:r>
            <a:r>
              <a:rPr lang="fr-FR" sz="5400" dirty="0">
                <a:latin typeface="Goudy Old Style" panose="02020502050305020303" pitchFamily="18" charset="0"/>
              </a:rPr>
              <a:t> </a:t>
            </a:r>
            <a:r>
              <a:rPr lang="fr-FR" sz="5400" dirty="0" err="1">
                <a:latin typeface="Goudy Old Style" panose="02020502050305020303" pitchFamily="18" charset="0"/>
              </a:rPr>
              <a:t>game</a:t>
            </a:r>
            <a:r>
              <a:rPr lang="fr-FR" sz="5400" dirty="0">
                <a:latin typeface="Goudy Old Style" panose="02020502050305020303" pitchFamily="18" charset="0"/>
              </a:rPr>
              <a:t> software</a:t>
            </a:r>
          </a:p>
        </p:txBody>
      </p:sp>
      <p:pic>
        <p:nvPicPr>
          <p:cNvPr id="5" name="Image 4" descr="Une image contenant texte, pièce d’échec, vérificateur&#10;&#10;Description générée automatiquement">
            <a:extLst>
              <a:ext uri="{FF2B5EF4-FFF2-40B4-BE49-F238E27FC236}">
                <a16:creationId xmlns:a16="http://schemas.microsoft.com/office/drawing/2014/main" id="{D5E91535-8A2E-446A-AD0A-4F7AEC18C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890" y="2795904"/>
            <a:ext cx="3404235" cy="325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2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84A88-110B-4E8B-BE35-B660234F4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87" y="483658"/>
            <a:ext cx="4497388" cy="1304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IDEA DESCRIPTION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E019D3F-3A70-4C46-BD36-DCAD72C2E1F1}"/>
              </a:ext>
            </a:extLst>
          </p:cNvPr>
          <p:cNvSpPr txBox="1"/>
          <p:nvPr/>
        </p:nvSpPr>
        <p:spPr>
          <a:xfrm>
            <a:off x="1423987" y="2106662"/>
            <a:ext cx="9344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game of chess opposing two players (or one player and an AI).</a:t>
            </a:r>
          </a:p>
          <a:p>
            <a:pPr algn="ctr"/>
            <a:r>
              <a:rPr lang="en-US" sz="2400" dirty="0"/>
              <a:t>Everyone could see the stats of the different players on the website (number of victories, defeats and draws)</a:t>
            </a:r>
          </a:p>
          <a:p>
            <a:pPr algn="ctr"/>
            <a:r>
              <a:rPr lang="en-US" sz="2400" dirty="0"/>
              <a:t>The history of the games can be downloaded after each game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250608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E9C254-6F26-4EFD-ABD7-0B32A8913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009" y="-61506"/>
            <a:ext cx="3710782" cy="1204595"/>
          </a:xfrm>
        </p:spPr>
        <p:txBody>
          <a:bodyPr/>
          <a:lstStyle/>
          <a:p>
            <a:r>
              <a:rPr lang="fr-FR" dirty="0"/>
              <a:t>SWOT </a:t>
            </a:r>
            <a:r>
              <a:rPr lang="fr-FR" dirty="0" err="1"/>
              <a:t>aNALYSIS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D82642C-D4AC-4796-934B-F6F2D62D2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1181100"/>
            <a:ext cx="4495800" cy="449580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9C60ADF-80E1-4638-9D33-4588EFDFB77F}"/>
              </a:ext>
            </a:extLst>
          </p:cNvPr>
          <p:cNvSpPr txBox="1"/>
          <p:nvPr/>
        </p:nvSpPr>
        <p:spPr>
          <a:xfrm>
            <a:off x="8172450" y="1228725"/>
            <a:ext cx="3028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Never create a website </a:t>
            </a:r>
          </a:p>
          <a:p>
            <a:pPr marL="342900" indent="-342900">
              <a:buAutoNum type="arabicPeriod"/>
            </a:pPr>
            <a:r>
              <a:rPr lang="en-US" dirty="0"/>
              <a:t>I don't know yet how a database works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C1B4267-631C-4D89-9ECC-F9ADE2235B19}"/>
              </a:ext>
            </a:extLst>
          </p:cNvPr>
          <p:cNvSpPr txBox="1"/>
          <p:nvPr/>
        </p:nvSpPr>
        <p:spPr>
          <a:xfrm>
            <a:off x="7800975" y="4659094"/>
            <a:ext cx="2782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Change in the rules of the game</a:t>
            </a:r>
          </a:p>
          <a:p>
            <a:pPr marL="342900" indent="-342900">
              <a:buAutoNum type="arabicPeriod"/>
            </a:pPr>
            <a:r>
              <a:rPr lang="en-US" dirty="0"/>
              <a:t>Computer can crash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B8EE369-D1FA-4B1C-B1E1-E8BA1ED179F5}"/>
              </a:ext>
            </a:extLst>
          </p:cNvPr>
          <p:cNvSpPr txBox="1"/>
          <p:nvPr/>
        </p:nvSpPr>
        <p:spPr>
          <a:xfrm>
            <a:off x="276225" y="1228725"/>
            <a:ext cx="2809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Knowledge of the rules of the game</a:t>
            </a:r>
          </a:p>
          <a:p>
            <a:r>
              <a:rPr lang="en-US" dirty="0"/>
              <a:t>2. Have experience in creating a game with unity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695CD2D-4037-40A4-B4E1-953B02DA2FE3}"/>
              </a:ext>
            </a:extLst>
          </p:cNvPr>
          <p:cNvSpPr txBox="1"/>
          <p:nvPr/>
        </p:nvSpPr>
        <p:spPr>
          <a:xfrm>
            <a:off x="276225" y="4520594"/>
            <a:ext cx="2924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1.Various books on chess</a:t>
            </a:r>
          </a:p>
          <a:p>
            <a:r>
              <a:rPr lang="en-US" dirty="0"/>
              <a:t>2. Observing games of great players</a:t>
            </a:r>
          </a:p>
          <a:p>
            <a:r>
              <a:rPr lang="en-US" dirty="0"/>
              <a:t>3. There is a large community using Unity that can help me solve problems.</a:t>
            </a:r>
            <a:endParaRPr lang="fr-FR" dirty="0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F73AF7E8-101A-441B-9898-FB572F6F0596}"/>
              </a:ext>
            </a:extLst>
          </p:cNvPr>
          <p:cNvCxnSpPr/>
          <p:nvPr/>
        </p:nvCxnSpPr>
        <p:spPr>
          <a:xfrm flipH="1" flipV="1">
            <a:off x="2800350" y="2009864"/>
            <a:ext cx="914400" cy="3142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6739101D-91E0-4268-953B-DA0140411F7D}"/>
              </a:ext>
            </a:extLst>
          </p:cNvPr>
          <p:cNvCxnSpPr/>
          <p:nvPr/>
        </p:nvCxnSpPr>
        <p:spPr>
          <a:xfrm flipH="1">
            <a:off x="2800350" y="4057650"/>
            <a:ext cx="1133475" cy="3714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5DF4EF37-48A2-466E-88CC-E739AC2F33CA}"/>
              </a:ext>
            </a:extLst>
          </p:cNvPr>
          <p:cNvCxnSpPr/>
          <p:nvPr/>
        </p:nvCxnSpPr>
        <p:spPr>
          <a:xfrm flipV="1">
            <a:off x="7315200" y="2166982"/>
            <a:ext cx="857250" cy="3761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D9E086D7-A347-40B0-9A24-C6A5B9F801B9}"/>
              </a:ext>
            </a:extLst>
          </p:cNvPr>
          <p:cNvCxnSpPr/>
          <p:nvPr/>
        </p:nvCxnSpPr>
        <p:spPr>
          <a:xfrm>
            <a:off x="7248525" y="4428947"/>
            <a:ext cx="923925" cy="1621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834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E9C254-6F26-4EFD-ABD7-0B32A8913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393" y="169122"/>
            <a:ext cx="3859213" cy="1507067"/>
          </a:xfrm>
        </p:spPr>
        <p:txBody>
          <a:bodyPr/>
          <a:lstStyle/>
          <a:p>
            <a:r>
              <a:rPr lang="fr-FR" dirty="0"/>
              <a:t>SIPOC </a:t>
            </a:r>
            <a:r>
              <a:rPr lang="fr-FR" dirty="0" err="1"/>
              <a:t>aNALYSIS</a:t>
            </a:r>
            <a:endParaRPr lang="fr-FR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040A4A48-D3A1-419C-B4B7-38F72405A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799406"/>
              </p:ext>
            </p:extLst>
          </p:nvPr>
        </p:nvGraphicFramePr>
        <p:xfrm>
          <a:off x="714376" y="1908174"/>
          <a:ext cx="10407650" cy="358817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81530">
                  <a:extLst>
                    <a:ext uri="{9D8B030D-6E8A-4147-A177-3AD203B41FA5}">
                      <a16:colId xmlns:a16="http://schemas.microsoft.com/office/drawing/2014/main" val="4038053240"/>
                    </a:ext>
                  </a:extLst>
                </a:gridCol>
                <a:gridCol w="2081530">
                  <a:extLst>
                    <a:ext uri="{9D8B030D-6E8A-4147-A177-3AD203B41FA5}">
                      <a16:colId xmlns:a16="http://schemas.microsoft.com/office/drawing/2014/main" val="2817704783"/>
                    </a:ext>
                  </a:extLst>
                </a:gridCol>
                <a:gridCol w="2081530">
                  <a:extLst>
                    <a:ext uri="{9D8B030D-6E8A-4147-A177-3AD203B41FA5}">
                      <a16:colId xmlns:a16="http://schemas.microsoft.com/office/drawing/2014/main" val="2006488079"/>
                    </a:ext>
                  </a:extLst>
                </a:gridCol>
                <a:gridCol w="2081530">
                  <a:extLst>
                    <a:ext uri="{9D8B030D-6E8A-4147-A177-3AD203B41FA5}">
                      <a16:colId xmlns:a16="http://schemas.microsoft.com/office/drawing/2014/main" val="3208823862"/>
                    </a:ext>
                  </a:extLst>
                </a:gridCol>
                <a:gridCol w="2081530">
                  <a:extLst>
                    <a:ext uri="{9D8B030D-6E8A-4147-A177-3AD203B41FA5}">
                      <a16:colId xmlns:a16="http://schemas.microsoft.com/office/drawing/2014/main" val="1757739486"/>
                    </a:ext>
                  </a:extLst>
                </a:gridCol>
              </a:tblGrid>
              <a:tr h="753534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Suppliers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Customers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574874"/>
                  </a:ext>
                </a:extLst>
              </a:tr>
              <a:tr h="75353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Computer </a:t>
                      </a:r>
                      <a:r>
                        <a:rPr lang="fr-FR" dirty="0" err="1"/>
                        <a:t>chess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players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 err="1"/>
                        <a:t>Create</a:t>
                      </a:r>
                      <a:r>
                        <a:rPr lang="fr-FR" dirty="0"/>
                        <a:t> an </a:t>
                      </a:r>
                      <a:r>
                        <a:rPr lang="fr-FR" dirty="0" err="1"/>
                        <a:t>account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with</a:t>
                      </a:r>
                      <a:r>
                        <a:rPr lang="fr-FR" dirty="0"/>
                        <a:t> </a:t>
                      </a:r>
                      <a:r>
                        <a:rPr lang="fr-FR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pseudonym</a:t>
                      </a:r>
                      <a:r>
                        <a:rPr lang="fr-F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fr-FR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password</a:t>
                      </a:r>
                      <a:endParaRPr lang="fr-F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Mode </a:t>
                      </a:r>
                      <a:r>
                        <a:rPr lang="fr-FR" dirty="0" err="1"/>
                        <a:t>selection</a:t>
                      </a:r>
                      <a:r>
                        <a:rPr lang="fr-FR" dirty="0"/>
                        <a:t>: Player vs Player ; Player vs AI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 err="1"/>
                        <a:t>Choose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who</a:t>
                      </a:r>
                      <a:r>
                        <a:rPr lang="fr-FR" dirty="0"/>
                        <a:t> starts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Lunch the </a:t>
                      </a:r>
                      <a:r>
                        <a:rPr lang="fr-FR" dirty="0" err="1"/>
                        <a:t>game</a:t>
                      </a: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 winner and a loser (or make a draw)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history of the game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 err="1"/>
                        <a:t>Updated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player</a:t>
                      </a:r>
                      <a:r>
                        <a:rPr lang="fr-FR" dirty="0"/>
                        <a:t> stat on the </a:t>
                      </a:r>
                      <a:r>
                        <a:rPr lang="fr-FR" dirty="0" err="1"/>
                        <a:t>website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Computer </a:t>
                      </a:r>
                      <a:r>
                        <a:rPr lang="fr-FR" dirty="0" err="1"/>
                        <a:t>chess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players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529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62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D8F101-9879-4DD3-8DE0-3B3EE60C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53457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en-US" dirty="0"/>
              <a:t>Description and justification of the technologies and tools you will use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4DCC0F9-B196-4E52-97EF-5A9B068AF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374899"/>
            <a:ext cx="3667125" cy="133238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D2B08E9-D7FF-4BED-8F04-5FB6343A1698}"/>
              </a:ext>
            </a:extLst>
          </p:cNvPr>
          <p:cNvSpPr txBox="1"/>
          <p:nvPr/>
        </p:nvSpPr>
        <p:spPr>
          <a:xfrm>
            <a:off x="952499" y="3943350"/>
            <a:ext cx="37814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Unity is a video game engine ; I use it because I've already used it to code another video game, so I know how to use it. 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3331424-4130-4F62-A271-64D012462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27" y="2043430"/>
            <a:ext cx="1823720" cy="182372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AF6E886-6A40-4767-9FDC-E900079D12C6}"/>
              </a:ext>
            </a:extLst>
          </p:cNvPr>
          <p:cNvSpPr txBox="1"/>
          <p:nvPr/>
        </p:nvSpPr>
        <p:spPr>
          <a:xfrm>
            <a:off x="6948809" y="4019550"/>
            <a:ext cx="31851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 intend to use the C# language because it is the language that I master the most.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839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D8F101-9879-4DD3-8DE0-3B3EE60C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53457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en-US" dirty="0"/>
              <a:t>Description and justification of the technologies and tools you will use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D2B08E9-D7FF-4BED-8F04-5FB6343A1698}"/>
              </a:ext>
            </a:extLst>
          </p:cNvPr>
          <p:cNvSpPr txBox="1"/>
          <p:nvPr/>
        </p:nvSpPr>
        <p:spPr>
          <a:xfrm>
            <a:off x="4184938" y="5491098"/>
            <a:ext cx="3781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 will use different websites and books on chess to get as much information as possible.</a:t>
            </a:r>
            <a:endParaRPr lang="fr-FR" dirty="0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58AE4AE2-B193-4A9D-A686-EF8032CB7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061" y="1660524"/>
            <a:ext cx="2863453" cy="458152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B308C99-F13A-4C3D-9B86-811B00AC8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49" y="2068743"/>
            <a:ext cx="3873589" cy="150706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B917C19-EC98-4CDA-818D-FCB5DEB7464F}"/>
              </a:ext>
            </a:extLst>
          </p:cNvPr>
          <p:cNvSpPr txBox="1"/>
          <p:nvPr/>
        </p:nvSpPr>
        <p:spPr>
          <a:xfrm>
            <a:off x="1203613" y="4071789"/>
            <a:ext cx="37814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Wix</a:t>
            </a:r>
            <a:r>
              <a:rPr lang="en-US" dirty="0"/>
              <a:t> is an online platform that allows you to create websites in HTML5. I'm thinking of using </a:t>
            </a:r>
            <a:r>
              <a:rPr lang="en-US" dirty="0" err="1"/>
              <a:t>wix</a:t>
            </a:r>
            <a:r>
              <a:rPr lang="en-US" dirty="0"/>
              <a:t> to create my site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5644413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124</TotalTime>
  <Words>295</Words>
  <Application>Microsoft Office PowerPoint</Application>
  <PresentationFormat>Grand écran</PresentationFormat>
  <Paragraphs>38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Goudy Old Style</vt:lpstr>
      <vt:lpstr>Wingdings 3</vt:lpstr>
      <vt:lpstr>Secteur</vt:lpstr>
      <vt:lpstr>a chess game software</vt:lpstr>
      <vt:lpstr>Présentation PowerPoint</vt:lpstr>
      <vt:lpstr>SWOT aNALYSIS</vt:lpstr>
      <vt:lpstr>SIPOC aNALYSIS</vt:lpstr>
      <vt:lpstr>Description and justification of the technologies and tools you will use</vt:lpstr>
      <vt:lpstr>Description and justification of the technologies and tools you will 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game</dc:title>
  <dc:creator>Julien Respaut</dc:creator>
  <cp:lastModifiedBy>Julien Respaut</cp:lastModifiedBy>
  <cp:revision>3</cp:revision>
  <dcterms:created xsi:type="dcterms:W3CDTF">2021-02-06T16:01:59Z</dcterms:created>
  <dcterms:modified xsi:type="dcterms:W3CDTF">2021-02-15T11:41:06Z</dcterms:modified>
</cp:coreProperties>
</file>